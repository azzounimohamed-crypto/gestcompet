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94"/>
  </p:normalViewPr>
  <p:slideViewPr>
    <p:cSldViewPr snapToGrid="0">
      <p:cViewPr varScale="1">
        <p:scale>
          <a:sx n="96" d="100"/>
          <a:sy n="96" d="100"/>
        </p:scale>
        <p:origin x="168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600A7-3BC2-2419-BB67-AEF4B994E5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59D92B-6450-136E-18B7-CA53155E6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39CD0F-6A3D-080E-1C12-6C5D143D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2172F3-4C0E-819C-EF8E-FBB96064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27BE44-12CC-99EE-A8AB-43001F5F3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0252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8FDFB1-8D83-FCBE-5543-BB985FCE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2EDAA3-7365-E04D-4913-6B3B4F693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CCFA17-6666-1956-7C73-D07DB94C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D39F52-16C3-16AE-520A-CA528C3D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F4F000-5EF7-7188-7EEA-D32099FF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104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D32E89-BD61-8C7B-3334-582FFAFF8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EF324FE-533C-C10C-E2FD-46FA8C7AD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75AE6C9-2DA5-F97C-ECBA-4702F9C4E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BE1025-6681-B038-42CD-F7B2C77E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F81894-357B-4582-6F8B-95AB3132C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184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4F38F-A00E-B8DB-91C5-50EA256A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F52E63-A0FA-85F6-AE90-14A7CB512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FAF344-C619-38E4-5A84-0D6C891AE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FD7214-EA1D-97F7-C5FD-3EB75EF3E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8244C8-A98E-92F9-2699-C3ACCF74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3172BA-C454-4978-7F17-DEA6708F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979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A88B7F-E0CE-EBF3-CA81-4C5DDA92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D50724-D819-AEFD-5141-C11D4B5E0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F78798-2462-7C17-0589-B8F97A8A6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E11D94-5798-B317-28FD-1B0A80EB30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0237599-297A-8A02-D9DE-F4D8007D4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C5474B9-6F3D-AF7B-2DA2-1EBF855F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D4E26-FECA-C3E0-F15A-F4B81039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36877D1-EDF2-BFFE-5278-4204C3A04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073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AE90F7-6FC5-A70E-995D-405068EF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EE0927D-3ED7-5755-A6D2-2CDBAFE6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BD3CA7C-6E91-220F-3660-0D4EC2D0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7C67B7-50CE-7813-8BD7-A18DC209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477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1D6CE1E-9E87-5B18-46D0-C68D1AD78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228CAF-0B83-9DD1-602F-A273A74C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7B56BDD-53A3-0B3C-4B3E-8AFE8E73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7482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A3E34-9E7B-2E66-B6FA-634632DAC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DAD6A2-6134-8A8D-49A6-0943255B3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824E1C0-3AFE-BE00-94B0-A60581E3DB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945F6D7-D68D-0808-E672-0E62DE6CC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8A88976-6E33-4B8F-D643-C56FB17F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F15883-4027-4F55-099E-7EA529D3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4625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98FA2-04B5-D220-64FE-59BFD69F7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3FFAC47-7F44-B489-1B29-B23E49C5E6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BFAC79-017B-624A-1FAB-8611D5AFA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2FF42AA-2BD4-EA6B-9410-4CCC1948D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0D372F-5452-BE01-7D32-CEEEADCB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12391E-7160-48AC-90BE-552FFC95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6991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39086C-ECC9-856E-2868-8DA810BD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B01D7A-0CAB-05E1-203C-9FD98A8C0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2C0699-5CBD-AA42-E687-3F8F79B0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2DF32F-A6FA-816D-70AD-3BA5F1B0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037874-2350-05C3-1E77-86CBBC30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794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FA24966-1E0E-05F9-60F7-31263BB23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4BA4C6-DC1C-4F63-095A-57C035627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7D2AC1-002E-7BD3-FD9F-FA47AB746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091630-AAED-56CF-4986-0DEADE9CE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BC242C-4D20-1361-0A9E-E345F788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398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62F6145-84C4-4533-8AB3-AA4577FEF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C0E7152-1825-5CBA-B43F-C785EEDD5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B0DDBA-5451-B911-8E41-F522A2F81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EE47B-BE1B-C746-B4E3-C4F97A58F286}" type="datetimeFigureOut">
              <a:rPr lang="fr-FR" smtClean="0"/>
              <a:t>28/03/2026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1E410B-7966-3CE9-993E-B7F660563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8AA2A2-D7E8-556B-E402-B9E2275DB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518A9-712C-2E4F-AB8E-D831C0165A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401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FBDB7D-93FB-FADD-D7AC-AB36976D741C}"/>
              </a:ext>
            </a:extLst>
          </p:cNvPr>
          <p:cNvSpPr/>
          <p:nvPr/>
        </p:nvSpPr>
        <p:spPr>
          <a:xfrm>
            <a:off x="1002082" y="501041"/>
            <a:ext cx="8906006" cy="606259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409871-F5B3-44A6-4D84-E68FD9A5498E}"/>
              </a:ext>
            </a:extLst>
          </p:cNvPr>
          <p:cNvSpPr/>
          <p:nvPr/>
        </p:nvSpPr>
        <p:spPr>
          <a:xfrm>
            <a:off x="1002082" y="501040"/>
            <a:ext cx="8906006" cy="53734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0F0152-AEE8-70ED-B286-82D004CDF49A}"/>
              </a:ext>
            </a:extLst>
          </p:cNvPr>
          <p:cNvSpPr txBox="1"/>
          <p:nvPr/>
        </p:nvSpPr>
        <p:spPr>
          <a:xfrm>
            <a:off x="1565448" y="596748"/>
            <a:ext cx="1791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2F5597"/>
                </a:solidFill>
              </a:rPr>
              <a:t>FFPLUM SPORT</a:t>
            </a:r>
          </a:p>
        </p:txBody>
      </p:sp>
      <p:pic>
        <p:nvPicPr>
          <p:cNvPr id="10" name="Image 9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D2B1BA47-E6BC-E218-0A97-B80A6B654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815" y="550466"/>
            <a:ext cx="403913" cy="403913"/>
          </a:xfrm>
          <a:prstGeom prst="rect">
            <a:avLst/>
          </a:prstGeom>
        </p:spPr>
      </p:pic>
      <p:pic>
        <p:nvPicPr>
          <p:cNvPr id="12" name="Graphique 11" descr="Profil mâle avec un remplissage uni">
            <a:extLst>
              <a:ext uri="{FF2B5EF4-FFF2-40B4-BE49-F238E27FC236}">
                <a16:creationId xmlns:a16="http://schemas.microsoft.com/office/drawing/2014/main" id="{EF997209-5364-4A6B-D13F-E8BAE46BE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7099" y="4612710"/>
            <a:ext cx="457200" cy="457200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237600AC-7F98-C664-0175-123F832194D2}"/>
              </a:ext>
            </a:extLst>
          </p:cNvPr>
          <p:cNvSpPr/>
          <p:nvPr/>
        </p:nvSpPr>
        <p:spPr>
          <a:xfrm>
            <a:off x="9375631" y="569296"/>
            <a:ext cx="425885" cy="4008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47B6AC6-56E0-A774-A578-92DFAFE3F46A}"/>
              </a:ext>
            </a:extLst>
          </p:cNvPr>
          <p:cNvSpPr txBox="1"/>
          <p:nvPr/>
        </p:nvSpPr>
        <p:spPr>
          <a:xfrm>
            <a:off x="9344911" y="585046"/>
            <a:ext cx="620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MA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7B85B19-163B-BF33-067C-728CD32EC4F6}"/>
              </a:ext>
            </a:extLst>
          </p:cNvPr>
          <p:cNvSpPr/>
          <p:nvPr/>
        </p:nvSpPr>
        <p:spPr>
          <a:xfrm>
            <a:off x="1018080" y="1246340"/>
            <a:ext cx="1906069" cy="23799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Accueil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5E6B755-F797-3F34-FB5F-4885D06FBE84}"/>
              </a:ext>
            </a:extLst>
          </p:cNvPr>
          <p:cNvSpPr/>
          <p:nvPr/>
        </p:nvSpPr>
        <p:spPr>
          <a:xfrm>
            <a:off x="2940147" y="1246340"/>
            <a:ext cx="1729987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Compétition en cours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621CA66-4E4E-9922-41D7-D2E63AE82061}"/>
              </a:ext>
            </a:extLst>
          </p:cNvPr>
          <p:cNvSpPr/>
          <p:nvPr/>
        </p:nvSpPr>
        <p:spPr>
          <a:xfrm>
            <a:off x="4670134" y="1246340"/>
            <a:ext cx="1745985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Compétiteurs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03D948B-467A-8896-9821-28C1A1276713}"/>
              </a:ext>
            </a:extLst>
          </p:cNvPr>
          <p:cNvSpPr/>
          <p:nvPr/>
        </p:nvSpPr>
        <p:spPr>
          <a:xfrm>
            <a:off x="6416119" y="1246340"/>
            <a:ext cx="1745985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Classement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02D18A4-8591-3FC0-62FD-8DF0E89CF2DF}"/>
              </a:ext>
            </a:extLst>
          </p:cNvPr>
          <p:cNvSpPr txBox="1"/>
          <p:nvPr/>
        </p:nvSpPr>
        <p:spPr>
          <a:xfrm>
            <a:off x="4280610" y="571696"/>
            <a:ext cx="234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Gest’Compétitions</a:t>
            </a:r>
          </a:p>
        </p:txBody>
      </p:sp>
      <p:pic>
        <p:nvPicPr>
          <p:cNvPr id="25" name="Image 24" descr="Une image contenant texte, capture d’écran, Page web, Site web&#10;&#10;Le contenu généré par l’IA peut être incorrect.">
            <a:extLst>
              <a:ext uri="{FF2B5EF4-FFF2-40B4-BE49-F238E27FC236}">
                <a16:creationId xmlns:a16="http://schemas.microsoft.com/office/drawing/2014/main" id="{0FD8E044-73DB-AD04-739B-6AA7D5BCF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814" y="1704813"/>
            <a:ext cx="3539320" cy="4652145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978B870B-AA05-2C82-0F74-9EF42A88F2FE}"/>
              </a:ext>
            </a:extLst>
          </p:cNvPr>
          <p:cNvSpPr/>
          <p:nvPr/>
        </p:nvSpPr>
        <p:spPr>
          <a:xfrm>
            <a:off x="8162104" y="1246340"/>
            <a:ext cx="1745983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Compte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77EDA8B9-DD96-3ABC-BEA9-D266FB46019C}"/>
              </a:ext>
            </a:extLst>
          </p:cNvPr>
          <p:cNvSpPr/>
          <p:nvPr/>
        </p:nvSpPr>
        <p:spPr>
          <a:xfrm>
            <a:off x="4861496" y="1704813"/>
            <a:ext cx="4858701" cy="4652145"/>
          </a:xfrm>
          <a:prstGeom prst="roundRect">
            <a:avLst>
              <a:gd name="adj" fmla="val 3623"/>
            </a:avLst>
          </a:prstGeom>
          <a:solidFill>
            <a:schemeClr val="bg1"/>
          </a:solidFill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CF43AA9-E7F7-7FCC-798A-0957DFBE8AB4}"/>
              </a:ext>
            </a:extLst>
          </p:cNvPr>
          <p:cNvSpPr txBox="1"/>
          <p:nvPr/>
        </p:nvSpPr>
        <p:spPr>
          <a:xfrm>
            <a:off x="5213816" y="2577259"/>
            <a:ext cx="38212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1- Ici s’affiche la fiche information détaillée de la compétition cliquée à gauche</a:t>
            </a:r>
          </a:p>
          <a:p>
            <a:endParaRPr lang="fr-FR" dirty="0"/>
          </a:p>
          <a:p>
            <a:r>
              <a:rPr lang="fr-FR" dirty="0"/>
              <a:t>2- Lorsqu’aucune compétition n’est sélectionnée, s’affiche des infos utiles, le classement, la cartographie des lieux des compétitions de la saison, la météo, et le classement simple de la compétition en cours</a:t>
            </a:r>
          </a:p>
        </p:txBody>
      </p:sp>
    </p:spTree>
    <p:extLst>
      <p:ext uri="{BB962C8B-B14F-4D97-AF65-F5344CB8AC3E}">
        <p14:creationId xmlns:p14="http://schemas.microsoft.com/office/powerpoint/2010/main" val="4111774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162AB-37E1-54C6-B9A3-DDF39562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60325E-32D5-9182-6B41-1F1CFC8D2FC2}"/>
              </a:ext>
            </a:extLst>
          </p:cNvPr>
          <p:cNvSpPr/>
          <p:nvPr/>
        </p:nvSpPr>
        <p:spPr>
          <a:xfrm>
            <a:off x="1002082" y="501041"/>
            <a:ext cx="8906006" cy="606259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E5B22C-A5CA-2325-D252-11A23A67982B}"/>
              </a:ext>
            </a:extLst>
          </p:cNvPr>
          <p:cNvSpPr/>
          <p:nvPr/>
        </p:nvSpPr>
        <p:spPr>
          <a:xfrm>
            <a:off x="1002082" y="501040"/>
            <a:ext cx="8906006" cy="53734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097EDCB-BC6E-9FC9-51B4-1E47BFD0BF6E}"/>
              </a:ext>
            </a:extLst>
          </p:cNvPr>
          <p:cNvSpPr txBox="1"/>
          <p:nvPr/>
        </p:nvSpPr>
        <p:spPr>
          <a:xfrm>
            <a:off x="1565448" y="596748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2F5597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FF</a:t>
            </a:r>
            <a:r>
              <a:rPr lang="fr-FR" b="1" dirty="0">
                <a:ln w="3175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PLUM</a:t>
            </a:r>
            <a:r>
              <a:rPr lang="fr-FR" b="1" dirty="0">
                <a:ln w="3175">
                  <a:solidFill>
                    <a:schemeClr val="tx1"/>
                  </a:solidFill>
                </a:ln>
                <a:latin typeface="Phosphate Solid" panose="02000506050000020004" pitchFamily="2" charset="77"/>
                <a:cs typeface="Phosphate Solid" panose="02000506050000020004" pitchFamily="2" charset="77"/>
              </a:rPr>
              <a:t> </a:t>
            </a:r>
            <a:r>
              <a:rPr lang="fr-FR" dirty="0">
                <a:solidFill>
                  <a:srgbClr val="C00000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SPORT</a:t>
            </a:r>
          </a:p>
        </p:txBody>
      </p:sp>
      <p:pic>
        <p:nvPicPr>
          <p:cNvPr id="10" name="Image 9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F2E6CF9C-E27E-7FFB-3A62-1AC3C94D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311" y="550466"/>
            <a:ext cx="403913" cy="403913"/>
          </a:xfrm>
          <a:prstGeom prst="rect">
            <a:avLst/>
          </a:prstGeom>
        </p:spPr>
      </p:pic>
      <p:sp>
        <p:nvSpPr>
          <p:cNvPr id="13" name="Ellipse 12">
            <a:extLst>
              <a:ext uri="{FF2B5EF4-FFF2-40B4-BE49-F238E27FC236}">
                <a16:creationId xmlns:a16="http://schemas.microsoft.com/office/drawing/2014/main" id="{4EA94E2C-2A53-D26C-5262-1D64ACAE4F40}"/>
              </a:ext>
            </a:extLst>
          </p:cNvPr>
          <p:cNvSpPr/>
          <p:nvPr/>
        </p:nvSpPr>
        <p:spPr>
          <a:xfrm>
            <a:off x="9375631" y="569296"/>
            <a:ext cx="425885" cy="4008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EF1C68F-824B-55FC-4EDD-3502F73498C5}"/>
              </a:ext>
            </a:extLst>
          </p:cNvPr>
          <p:cNvSpPr txBox="1"/>
          <p:nvPr/>
        </p:nvSpPr>
        <p:spPr>
          <a:xfrm>
            <a:off x="9344911" y="597572"/>
            <a:ext cx="6200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dirty="0">
                <a:solidFill>
                  <a:schemeClr val="bg1"/>
                </a:solidFill>
              </a:rPr>
              <a:t>MA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0BC780F-CEF8-5CEF-475C-D53496BB4562}"/>
              </a:ext>
            </a:extLst>
          </p:cNvPr>
          <p:cNvSpPr/>
          <p:nvPr/>
        </p:nvSpPr>
        <p:spPr>
          <a:xfrm>
            <a:off x="1018080" y="1246340"/>
            <a:ext cx="1906069" cy="23799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Accueil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25E4BA8-B49C-AFB6-7AEF-63AA353705D3}"/>
              </a:ext>
            </a:extLst>
          </p:cNvPr>
          <p:cNvSpPr/>
          <p:nvPr/>
        </p:nvSpPr>
        <p:spPr>
          <a:xfrm>
            <a:off x="2940147" y="1246340"/>
            <a:ext cx="1729987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Compétition en cours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899C478-C52E-6C9B-CE2F-AD6C666DB64E}"/>
              </a:ext>
            </a:extLst>
          </p:cNvPr>
          <p:cNvSpPr/>
          <p:nvPr/>
        </p:nvSpPr>
        <p:spPr>
          <a:xfrm>
            <a:off x="4670134" y="1246340"/>
            <a:ext cx="1745985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Compétiteurs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CC7ED96-C6A5-E392-F410-A3FD469C72A1}"/>
              </a:ext>
            </a:extLst>
          </p:cNvPr>
          <p:cNvSpPr/>
          <p:nvPr/>
        </p:nvSpPr>
        <p:spPr>
          <a:xfrm>
            <a:off x="6416119" y="1246340"/>
            <a:ext cx="1745985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Classement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0483CA2-660A-972C-122B-2B557BF7FD25}"/>
              </a:ext>
            </a:extLst>
          </p:cNvPr>
          <p:cNvSpPr txBox="1"/>
          <p:nvPr/>
        </p:nvSpPr>
        <p:spPr>
          <a:xfrm>
            <a:off x="4632571" y="620990"/>
            <a:ext cx="234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F5597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Gest’Compét.</a:t>
            </a:r>
          </a:p>
        </p:txBody>
      </p:sp>
      <p:pic>
        <p:nvPicPr>
          <p:cNvPr id="25" name="Image 24" descr="Une image contenant texte, capture d’écran, Page web, Site web&#10;&#10;Le contenu généré par l’IA peut être incorrect.">
            <a:extLst>
              <a:ext uri="{FF2B5EF4-FFF2-40B4-BE49-F238E27FC236}">
                <a16:creationId xmlns:a16="http://schemas.microsoft.com/office/drawing/2014/main" id="{0565EB7A-BE1B-8523-2FE5-62B781E9F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14" y="1704813"/>
            <a:ext cx="3539320" cy="4652145"/>
          </a:xfrm>
          <a:prstGeom prst="rect">
            <a:avLst/>
          </a:prstGeom>
        </p:spPr>
      </p:pic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9366C7A-090D-9D09-FE6B-9242EC525160}"/>
              </a:ext>
            </a:extLst>
          </p:cNvPr>
          <p:cNvSpPr/>
          <p:nvPr/>
        </p:nvSpPr>
        <p:spPr>
          <a:xfrm>
            <a:off x="8162104" y="1246340"/>
            <a:ext cx="1745983" cy="237995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rgbClr val="2F5597"/>
                </a:solidFill>
              </a:rPr>
              <a:t>Compte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EBCFFBFF-516B-A7A3-A064-922F3E7C83A8}"/>
              </a:ext>
            </a:extLst>
          </p:cNvPr>
          <p:cNvSpPr/>
          <p:nvPr/>
        </p:nvSpPr>
        <p:spPr>
          <a:xfrm>
            <a:off x="4861496" y="1704813"/>
            <a:ext cx="4858701" cy="4652145"/>
          </a:xfrm>
          <a:prstGeom prst="roundRect">
            <a:avLst>
              <a:gd name="adj" fmla="val 3623"/>
            </a:avLst>
          </a:prstGeom>
          <a:solidFill>
            <a:schemeClr val="bg1"/>
          </a:solidFill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 descr="Une image contenant transport, texte, Transport aérien, ciel&#10;&#10;Le contenu généré par l’IA peut être incorrect.">
            <a:extLst>
              <a:ext uri="{FF2B5EF4-FFF2-40B4-BE49-F238E27FC236}">
                <a16:creationId xmlns:a16="http://schemas.microsoft.com/office/drawing/2014/main" id="{7546D771-01D8-FBBE-9F8B-17E0C200B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0010" y="1826812"/>
            <a:ext cx="647700" cy="914400"/>
          </a:xfrm>
          <a:prstGeom prst="rect">
            <a:avLst/>
          </a:prstGeom>
        </p:spPr>
      </p:pic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C10CEEA-95DC-0AD0-C538-12302F8E5269}"/>
              </a:ext>
            </a:extLst>
          </p:cNvPr>
          <p:cNvSpPr/>
          <p:nvPr/>
        </p:nvSpPr>
        <p:spPr>
          <a:xfrm>
            <a:off x="5699340" y="2872557"/>
            <a:ext cx="773943" cy="271476"/>
          </a:xfrm>
          <a:prstGeom prst="roundRect">
            <a:avLst/>
          </a:prstGeom>
          <a:noFill/>
          <a:ln w="63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2F5597"/>
                </a:solidFill>
              </a:rPr>
              <a:t>Modifier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56C26786-4C94-217F-A8C5-2689830DD73C}"/>
              </a:ext>
            </a:extLst>
          </p:cNvPr>
          <p:cNvSpPr/>
          <p:nvPr/>
        </p:nvSpPr>
        <p:spPr>
          <a:xfrm>
            <a:off x="6503874" y="2872557"/>
            <a:ext cx="773943" cy="271476"/>
          </a:xfrm>
          <a:prstGeom prst="roundRect">
            <a:avLst/>
          </a:prstGeom>
          <a:noFill/>
          <a:ln w="63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2F5597"/>
                </a:solidFill>
              </a:rPr>
              <a:t>Carte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4EB4FC3-E564-6732-5889-A7A80E4CA726}"/>
              </a:ext>
            </a:extLst>
          </p:cNvPr>
          <p:cNvSpPr/>
          <p:nvPr/>
        </p:nvSpPr>
        <p:spPr>
          <a:xfrm>
            <a:off x="7305692" y="2872557"/>
            <a:ext cx="773943" cy="271476"/>
          </a:xfrm>
          <a:prstGeom prst="roundRect">
            <a:avLst/>
          </a:prstGeom>
          <a:noFill/>
          <a:ln w="63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2F5597"/>
                </a:solidFill>
              </a:rPr>
              <a:t>Résultat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85A415C5-BE55-3CE6-D0CD-7F3B0CC633BA}"/>
              </a:ext>
            </a:extLst>
          </p:cNvPr>
          <p:cNvSpPr/>
          <p:nvPr/>
        </p:nvSpPr>
        <p:spPr>
          <a:xfrm>
            <a:off x="8094984" y="2872556"/>
            <a:ext cx="773943" cy="271476"/>
          </a:xfrm>
          <a:prstGeom prst="roundRect">
            <a:avLst/>
          </a:prstGeom>
          <a:noFill/>
          <a:ln w="63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2F5597"/>
                </a:solidFill>
              </a:rPr>
              <a:t>Staff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7FDA435A-EEF7-ED2A-A2F5-6992049AE4C7}"/>
              </a:ext>
            </a:extLst>
          </p:cNvPr>
          <p:cNvSpPr/>
          <p:nvPr/>
        </p:nvSpPr>
        <p:spPr>
          <a:xfrm>
            <a:off x="8884841" y="2873102"/>
            <a:ext cx="773943" cy="271476"/>
          </a:xfrm>
          <a:prstGeom prst="roundRect">
            <a:avLst/>
          </a:prstGeom>
          <a:noFill/>
          <a:ln w="6350">
            <a:solidFill>
              <a:srgbClr val="2F55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>
                <a:solidFill>
                  <a:srgbClr val="2F5597"/>
                </a:solidFill>
              </a:rPr>
              <a:t>Messagerie</a:t>
            </a:r>
          </a:p>
        </p:txBody>
      </p:sp>
      <p:pic>
        <p:nvPicPr>
          <p:cNvPr id="29" name="Image 28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7893F1F-C120-C211-9E84-B3CB87F34D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8220" y="1837350"/>
            <a:ext cx="2564016" cy="903862"/>
          </a:xfrm>
          <a:prstGeom prst="rect">
            <a:avLst/>
          </a:prstGeom>
        </p:spPr>
      </p:pic>
      <p:pic>
        <p:nvPicPr>
          <p:cNvPr id="32" name="Graphique 31" descr="Ordures avec un remplissage uni">
            <a:extLst>
              <a:ext uri="{FF2B5EF4-FFF2-40B4-BE49-F238E27FC236}">
                <a16:creationId xmlns:a16="http://schemas.microsoft.com/office/drawing/2014/main" id="{70ECD7B5-6453-2F3C-7DC9-F79DA0A832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5483" y="1901994"/>
            <a:ext cx="222998" cy="222998"/>
          </a:xfrm>
          <a:prstGeom prst="rect">
            <a:avLst/>
          </a:prstGeom>
        </p:spPr>
      </p:pic>
      <p:sp>
        <p:nvSpPr>
          <p:cNvPr id="33" name="Ellipse 32">
            <a:extLst>
              <a:ext uri="{FF2B5EF4-FFF2-40B4-BE49-F238E27FC236}">
                <a16:creationId xmlns:a16="http://schemas.microsoft.com/office/drawing/2014/main" id="{449AA3F3-9F96-8180-E8A7-3874EA0272F9}"/>
              </a:ext>
            </a:extLst>
          </p:cNvPr>
          <p:cNvSpPr/>
          <p:nvPr/>
        </p:nvSpPr>
        <p:spPr>
          <a:xfrm>
            <a:off x="9244208" y="1849914"/>
            <a:ext cx="358433" cy="3567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25715D5C-EFC2-0656-CB8C-491EEC3BCB42}"/>
              </a:ext>
            </a:extLst>
          </p:cNvPr>
          <p:cNvSpPr/>
          <p:nvPr/>
        </p:nvSpPr>
        <p:spPr>
          <a:xfrm>
            <a:off x="4899538" y="2875737"/>
            <a:ext cx="773943" cy="27147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Infos</a:t>
            </a:r>
          </a:p>
        </p:txBody>
      </p:sp>
      <p:pic>
        <p:nvPicPr>
          <p:cNvPr id="12" name="Graphique 11" descr="Profil mâle avec un remplissage uni">
            <a:extLst>
              <a:ext uri="{FF2B5EF4-FFF2-40B4-BE49-F238E27FC236}">
                <a16:creationId xmlns:a16="http://schemas.microsoft.com/office/drawing/2014/main" id="{E494A3AA-5022-5410-EF4F-55DF79C9A1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50908" y="3481931"/>
            <a:ext cx="429294" cy="429294"/>
          </a:xfrm>
          <a:prstGeom prst="rect">
            <a:avLst/>
          </a:prstGeom>
        </p:spPr>
      </p:pic>
      <p:pic>
        <p:nvPicPr>
          <p:cNvPr id="37" name="Graphique 36" descr="Envoyer avec un remplissage uni">
            <a:extLst>
              <a:ext uri="{FF2B5EF4-FFF2-40B4-BE49-F238E27FC236}">
                <a16:creationId xmlns:a16="http://schemas.microsoft.com/office/drawing/2014/main" id="{4E2084F3-4CC6-AE2B-6238-822A5DC2E7B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42545" y="3481931"/>
            <a:ext cx="429294" cy="429294"/>
          </a:xfrm>
          <a:prstGeom prst="rect">
            <a:avLst/>
          </a:prstGeom>
        </p:spPr>
      </p:pic>
      <p:pic>
        <p:nvPicPr>
          <p:cNvPr id="38" name="Graphique 37" descr="Envoyer avec un remplissage uni">
            <a:extLst>
              <a:ext uri="{FF2B5EF4-FFF2-40B4-BE49-F238E27FC236}">
                <a16:creationId xmlns:a16="http://schemas.microsoft.com/office/drawing/2014/main" id="{465521C1-E3AD-D7A7-0C45-A0F18F6E27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92114" y="3481931"/>
            <a:ext cx="429294" cy="429294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33F1B341-5927-415B-8078-C3050AC402E2}"/>
              </a:ext>
            </a:extLst>
          </p:cNvPr>
          <p:cNvSpPr txBox="1"/>
          <p:nvPr/>
        </p:nvSpPr>
        <p:spPr>
          <a:xfrm>
            <a:off x="5059015" y="4148578"/>
            <a:ext cx="61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273E5307-B3C4-F85B-4CD0-D70A5ACBB45B}"/>
              </a:ext>
            </a:extLst>
          </p:cNvPr>
          <p:cNvSpPr txBox="1"/>
          <p:nvPr/>
        </p:nvSpPr>
        <p:spPr>
          <a:xfrm>
            <a:off x="7320850" y="3930014"/>
            <a:ext cx="86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Aile haute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1AB280A5-B68E-D3E4-A0C3-0B7F6E570653}"/>
              </a:ext>
            </a:extLst>
          </p:cNvPr>
          <p:cNvSpPr txBox="1"/>
          <p:nvPr/>
        </p:nvSpPr>
        <p:spPr>
          <a:xfrm>
            <a:off x="8188192" y="3930014"/>
            <a:ext cx="86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Aile basse</a:t>
            </a:r>
          </a:p>
        </p:txBody>
      </p:sp>
      <p:pic>
        <p:nvPicPr>
          <p:cNvPr id="42" name="Graphique 41" descr="Profil mâle avec un remplissage uni">
            <a:extLst>
              <a:ext uri="{FF2B5EF4-FFF2-40B4-BE49-F238E27FC236}">
                <a16:creationId xmlns:a16="http://schemas.microsoft.com/office/drawing/2014/main" id="{8E23EA65-F30F-221A-B024-0838BBC2B4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5504" y="3481931"/>
            <a:ext cx="429294" cy="429294"/>
          </a:xfrm>
          <a:prstGeom prst="rect">
            <a:avLst/>
          </a:prstGeom>
        </p:spPr>
      </p:pic>
      <p:pic>
        <p:nvPicPr>
          <p:cNvPr id="43" name="Graphique 42" descr="Profil mâle avec un remplissage uni">
            <a:extLst>
              <a:ext uri="{FF2B5EF4-FFF2-40B4-BE49-F238E27FC236}">
                <a16:creationId xmlns:a16="http://schemas.microsoft.com/office/drawing/2014/main" id="{99D28337-1724-CA2B-F4ED-4B66D96479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73543" y="3481931"/>
            <a:ext cx="429294" cy="429294"/>
          </a:xfrm>
          <a:prstGeom prst="rect">
            <a:avLst/>
          </a:prstGeom>
        </p:spPr>
      </p:pic>
      <p:sp>
        <p:nvSpPr>
          <p:cNvPr id="44" name="ZoneTexte 43">
            <a:extLst>
              <a:ext uri="{FF2B5EF4-FFF2-40B4-BE49-F238E27FC236}">
                <a16:creationId xmlns:a16="http://schemas.microsoft.com/office/drawing/2014/main" id="{02149746-83B3-809D-1D6A-654861060937}"/>
              </a:ext>
            </a:extLst>
          </p:cNvPr>
          <p:cNvSpPr txBox="1"/>
          <p:nvPr/>
        </p:nvSpPr>
        <p:spPr>
          <a:xfrm>
            <a:off x="5807141" y="3930014"/>
            <a:ext cx="86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Non classé 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84BDBA51-C80F-46F4-6972-3A92947C313B}"/>
              </a:ext>
            </a:extLst>
          </p:cNvPr>
          <p:cNvSpPr txBox="1"/>
          <p:nvPr/>
        </p:nvSpPr>
        <p:spPr>
          <a:xfrm>
            <a:off x="9050316" y="3930014"/>
            <a:ext cx="5523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Staff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A85CA04C-E7DC-CC45-2139-9268836F99DE}"/>
              </a:ext>
            </a:extLst>
          </p:cNvPr>
          <p:cNvSpPr txBox="1"/>
          <p:nvPr/>
        </p:nvSpPr>
        <p:spPr>
          <a:xfrm>
            <a:off x="5858818" y="4148578"/>
            <a:ext cx="61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12CF1EC3-DA97-F840-A3C8-FDBEB6E75E08}"/>
              </a:ext>
            </a:extLst>
          </p:cNvPr>
          <p:cNvSpPr txBox="1"/>
          <p:nvPr/>
        </p:nvSpPr>
        <p:spPr>
          <a:xfrm>
            <a:off x="9058028" y="4148578"/>
            <a:ext cx="61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40D80C10-467A-0F80-3435-5ACF00F82048}"/>
              </a:ext>
            </a:extLst>
          </p:cNvPr>
          <p:cNvSpPr txBox="1"/>
          <p:nvPr/>
        </p:nvSpPr>
        <p:spPr>
          <a:xfrm>
            <a:off x="7458424" y="4148578"/>
            <a:ext cx="61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A58FF425-B0EA-B9F8-6751-B0D2A8A8995F}"/>
              </a:ext>
            </a:extLst>
          </p:cNvPr>
          <p:cNvSpPr txBox="1"/>
          <p:nvPr/>
        </p:nvSpPr>
        <p:spPr>
          <a:xfrm>
            <a:off x="8258227" y="4148578"/>
            <a:ext cx="61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pic>
        <p:nvPicPr>
          <p:cNvPr id="50" name="Graphique 49" descr="Profil mâle avec un remplissage uni">
            <a:extLst>
              <a:ext uri="{FF2B5EF4-FFF2-40B4-BE49-F238E27FC236}">
                <a16:creationId xmlns:a16="http://schemas.microsoft.com/office/drawing/2014/main" id="{13757D11-3ABC-1332-C1C0-3C4902105B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12642" y="3481931"/>
            <a:ext cx="429294" cy="429294"/>
          </a:xfrm>
          <a:prstGeom prst="rect">
            <a:avLst/>
          </a:prstGeom>
        </p:spPr>
      </p:pic>
      <p:sp>
        <p:nvSpPr>
          <p:cNvPr id="51" name="ZoneTexte 50">
            <a:extLst>
              <a:ext uri="{FF2B5EF4-FFF2-40B4-BE49-F238E27FC236}">
                <a16:creationId xmlns:a16="http://schemas.microsoft.com/office/drawing/2014/main" id="{34CB7F8A-1F5E-F136-13B6-E12C40B49FD1}"/>
              </a:ext>
            </a:extLst>
          </p:cNvPr>
          <p:cNvSpPr txBox="1"/>
          <p:nvPr/>
        </p:nvSpPr>
        <p:spPr>
          <a:xfrm>
            <a:off x="6672807" y="3930014"/>
            <a:ext cx="86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Classé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6F273248-A386-524D-3C70-2C400366A03A}"/>
              </a:ext>
            </a:extLst>
          </p:cNvPr>
          <p:cNvSpPr txBox="1"/>
          <p:nvPr/>
        </p:nvSpPr>
        <p:spPr>
          <a:xfrm>
            <a:off x="6658621" y="4148578"/>
            <a:ext cx="61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6E22278-EF68-EC8C-7B2D-B5EA8F5E2A27}"/>
              </a:ext>
            </a:extLst>
          </p:cNvPr>
          <p:cNvSpPr txBox="1"/>
          <p:nvPr/>
        </p:nvSpPr>
        <p:spPr>
          <a:xfrm>
            <a:off x="4970010" y="3945006"/>
            <a:ext cx="8621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Pilotes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F324F6A-838E-6926-828F-2BFBB0750050}"/>
              </a:ext>
            </a:extLst>
          </p:cNvPr>
          <p:cNvSpPr/>
          <p:nvPr/>
        </p:nvSpPr>
        <p:spPr>
          <a:xfrm>
            <a:off x="6109901" y="5805964"/>
            <a:ext cx="783117" cy="4172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F5597"/>
                </a:solidFill>
              </a:rPr>
              <a:t>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30A1D5-5D05-0DCB-50A8-0BACDAAA997F}"/>
              </a:ext>
            </a:extLst>
          </p:cNvPr>
          <p:cNvSpPr/>
          <p:nvPr/>
        </p:nvSpPr>
        <p:spPr>
          <a:xfrm>
            <a:off x="6887885" y="5593735"/>
            <a:ext cx="783117" cy="6294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F5597"/>
                </a:solidFill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12AB504-6B11-7187-39E0-323BBAB3D448}"/>
              </a:ext>
            </a:extLst>
          </p:cNvPr>
          <p:cNvSpPr/>
          <p:nvPr/>
        </p:nvSpPr>
        <p:spPr>
          <a:xfrm>
            <a:off x="7671002" y="5906320"/>
            <a:ext cx="783117" cy="3168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rgbClr val="2F5597"/>
                </a:solidFill>
              </a:rPr>
              <a:t>3</a:t>
            </a:r>
          </a:p>
        </p:txBody>
      </p:sp>
      <p:pic>
        <p:nvPicPr>
          <p:cNvPr id="57" name="Graphique 56" descr="Profil mâle avec un remplissage uni">
            <a:extLst>
              <a:ext uri="{FF2B5EF4-FFF2-40B4-BE49-F238E27FC236}">
                <a16:creationId xmlns:a16="http://schemas.microsoft.com/office/drawing/2014/main" id="{945B63BE-E53A-0CFF-3391-690B92080D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23035" y="4722321"/>
            <a:ext cx="629433" cy="629433"/>
          </a:xfrm>
          <a:prstGeom prst="rect">
            <a:avLst/>
          </a:prstGeom>
        </p:spPr>
      </p:pic>
      <p:sp>
        <p:nvSpPr>
          <p:cNvPr id="58" name="ZoneTexte 57">
            <a:extLst>
              <a:ext uri="{FF2B5EF4-FFF2-40B4-BE49-F238E27FC236}">
                <a16:creationId xmlns:a16="http://schemas.microsoft.com/office/drawing/2014/main" id="{4CE13963-B289-AE2F-3EEB-28F98057206C}"/>
              </a:ext>
            </a:extLst>
          </p:cNvPr>
          <p:cNvSpPr txBox="1"/>
          <p:nvPr/>
        </p:nvSpPr>
        <p:spPr>
          <a:xfrm>
            <a:off x="6104768" y="5312535"/>
            <a:ext cx="862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Nom prénom</a:t>
            </a:r>
          </a:p>
        </p:txBody>
      </p:sp>
      <p:pic>
        <p:nvPicPr>
          <p:cNvPr id="59" name="Graphique 58" descr="Profil mâle avec un remplissage uni">
            <a:extLst>
              <a:ext uri="{FF2B5EF4-FFF2-40B4-BE49-F238E27FC236}">
                <a16:creationId xmlns:a16="http://schemas.microsoft.com/office/drawing/2014/main" id="{07685940-0720-34B5-CBE6-366A6E924C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63100" y="4629003"/>
            <a:ext cx="629433" cy="629433"/>
          </a:xfrm>
          <a:prstGeom prst="rect">
            <a:avLst/>
          </a:prstGeom>
        </p:spPr>
      </p:pic>
      <p:sp>
        <p:nvSpPr>
          <p:cNvPr id="60" name="ZoneTexte 59">
            <a:extLst>
              <a:ext uri="{FF2B5EF4-FFF2-40B4-BE49-F238E27FC236}">
                <a16:creationId xmlns:a16="http://schemas.microsoft.com/office/drawing/2014/main" id="{7D56DC88-155B-5C0E-903C-174449BEB809}"/>
              </a:ext>
            </a:extLst>
          </p:cNvPr>
          <p:cNvSpPr txBox="1"/>
          <p:nvPr/>
        </p:nvSpPr>
        <p:spPr>
          <a:xfrm>
            <a:off x="6944833" y="5219217"/>
            <a:ext cx="862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Nom prénom</a:t>
            </a:r>
          </a:p>
        </p:txBody>
      </p:sp>
      <p:pic>
        <p:nvPicPr>
          <p:cNvPr id="61" name="Graphique 60" descr="Profil mâle avec un remplissage uni">
            <a:extLst>
              <a:ext uri="{FF2B5EF4-FFF2-40B4-BE49-F238E27FC236}">
                <a16:creationId xmlns:a16="http://schemas.microsoft.com/office/drawing/2014/main" id="{A5E0483F-14EB-50BC-C9D1-4EBE3BBE87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03165" y="4763545"/>
            <a:ext cx="629433" cy="629433"/>
          </a:xfrm>
          <a:prstGeom prst="rect">
            <a:avLst/>
          </a:prstGeom>
        </p:spPr>
      </p:pic>
      <p:sp>
        <p:nvSpPr>
          <p:cNvPr id="62" name="ZoneTexte 61">
            <a:extLst>
              <a:ext uri="{FF2B5EF4-FFF2-40B4-BE49-F238E27FC236}">
                <a16:creationId xmlns:a16="http://schemas.microsoft.com/office/drawing/2014/main" id="{E56A3C30-5A14-9C3E-8B15-081889E84E0D}"/>
              </a:ext>
            </a:extLst>
          </p:cNvPr>
          <p:cNvSpPr txBox="1"/>
          <p:nvPr/>
        </p:nvSpPr>
        <p:spPr>
          <a:xfrm>
            <a:off x="7784898" y="5353759"/>
            <a:ext cx="862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Nom prénom</a:t>
            </a:r>
          </a:p>
        </p:txBody>
      </p:sp>
    </p:spTree>
    <p:extLst>
      <p:ext uri="{BB962C8B-B14F-4D97-AF65-F5344CB8AC3E}">
        <p14:creationId xmlns:p14="http://schemas.microsoft.com/office/powerpoint/2010/main" val="234716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4A23-9132-B69C-2FC8-54E7BEFA5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37F9B5-8250-48CA-D905-DA15DFA09E37}"/>
              </a:ext>
            </a:extLst>
          </p:cNvPr>
          <p:cNvSpPr/>
          <p:nvPr/>
        </p:nvSpPr>
        <p:spPr>
          <a:xfrm>
            <a:off x="1002082" y="90223"/>
            <a:ext cx="3523917" cy="662504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3B1E69-E656-D2BF-6830-62D6381F6C23}"/>
              </a:ext>
            </a:extLst>
          </p:cNvPr>
          <p:cNvSpPr/>
          <p:nvPr/>
        </p:nvSpPr>
        <p:spPr>
          <a:xfrm>
            <a:off x="1002082" y="90222"/>
            <a:ext cx="3523917" cy="537346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3D258D-87B3-59AE-45E8-369B230586E2}"/>
              </a:ext>
            </a:extLst>
          </p:cNvPr>
          <p:cNvSpPr txBox="1"/>
          <p:nvPr/>
        </p:nvSpPr>
        <p:spPr>
          <a:xfrm>
            <a:off x="1947653" y="186166"/>
            <a:ext cx="179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2F5597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FF</a:t>
            </a:r>
            <a:r>
              <a:rPr lang="fr-FR" b="1" dirty="0">
                <a:ln w="3175">
                  <a:solidFill>
                    <a:schemeClr val="accent1"/>
                  </a:solidFill>
                  <a:prstDash val="solid"/>
                </a:ln>
                <a:solidFill>
                  <a:schemeClr val="bg1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PLUM</a:t>
            </a:r>
            <a:r>
              <a:rPr lang="fr-FR" b="1" dirty="0">
                <a:ln w="3175">
                  <a:solidFill>
                    <a:schemeClr val="tx1"/>
                  </a:solidFill>
                </a:ln>
                <a:latin typeface="Phosphate Solid" panose="02000506050000020004" pitchFamily="2" charset="77"/>
                <a:cs typeface="Phosphate Solid" panose="02000506050000020004" pitchFamily="2" charset="77"/>
              </a:rPr>
              <a:t> </a:t>
            </a:r>
            <a:r>
              <a:rPr lang="fr-FR" dirty="0">
                <a:solidFill>
                  <a:srgbClr val="C00000"/>
                </a:solidFill>
                <a:latin typeface="Phosphate Solid" panose="02000506050000020004" pitchFamily="2" charset="77"/>
                <a:cs typeface="Phosphate Solid" panose="02000506050000020004" pitchFamily="2" charset="77"/>
              </a:rPr>
              <a:t>SPORT</a:t>
            </a:r>
          </a:p>
        </p:txBody>
      </p:sp>
      <p:pic>
        <p:nvPicPr>
          <p:cNvPr id="10" name="Image 9" descr="Une image contenant texte, Police, Graphique, logo&#10;&#10;Le contenu généré par l’IA peut être incorrect.">
            <a:extLst>
              <a:ext uri="{FF2B5EF4-FFF2-40B4-BE49-F238E27FC236}">
                <a16:creationId xmlns:a16="http://schemas.microsoft.com/office/drawing/2014/main" id="{FE77AB2A-F56C-E4CA-4C51-54209120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311" y="139648"/>
            <a:ext cx="403913" cy="40391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53E0E72B-5D43-9695-42F8-242FBB416D43}"/>
              </a:ext>
            </a:extLst>
          </p:cNvPr>
          <p:cNvGrpSpPr/>
          <p:nvPr/>
        </p:nvGrpSpPr>
        <p:grpSpPr>
          <a:xfrm>
            <a:off x="3993813" y="156938"/>
            <a:ext cx="532186" cy="369332"/>
            <a:chOff x="9344911" y="569296"/>
            <a:chExt cx="620038" cy="400833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AF33B303-D73A-BD89-2606-AE9623B50AD3}"/>
                </a:ext>
              </a:extLst>
            </p:cNvPr>
            <p:cNvSpPr/>
            <p:nvPr/>
          </p:nvSpPr>
          <p:spPr>
            <a:xfrm>
              <a:off x="9375631" y="569296"/>
              <a:ext cx="425885" cy="40083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0CA410D-232B-A87C-74BE-C9FDCA7CAEC0}"/>
                </a:ext>
              </a:extLst>
            </p:cNvPr>
            <p:cNvSpPr txBox="1"/>
            <p:nvPr/>
          </p:nvSpPr>
          <p:spPr>
            <a:xfrm>
              <a:off x="9344911" y="597572"/>
              <a:ext cx="62003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dirty="0">
                  <a:solidFill>
                    <a:schemeClr val="bg1"/>
                  </a:solidFill>
                </a:rPr>
                <a:t>MA</a:t>
              </a:r>
              <a:endParaRPr lang="fr-FR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CAC4864E-6FAD-A3B2-0B4D-FD40CD734603}"/>
              </a:ext>
            </a:extLst>
          </p:cNvPr>
          <p:cNvSpPr txBox="1"/>
          <p:nvPr/>
        </p:nvSpPr>
        <p:spPr>
          <a:xfrm>
            <a:off x="5574354" y="634694"/>
            <a:ext cx="234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F5597"/>
                </a:solidFill>
                <a:latin typeface="Baloo Bhaijaan" panose="03080902040302020200" pitchFamily="66" charset="-78"/>
                <a:cs typeface="Baloo Bhaijaan" panose="03080902040302020200" pitchFamily="66" charset="-78"/>
              </a:rPr>
              <a:t>Gest’Compét.</a:t>
            </a:r>
          </a:p>
        </p:txBody>
      </p:sp>
      <p:pic>
        <p:nvPicPr>
          <p:cNvPr id="23" name="Image 22" descr="Une image contenant texte, transport, ciel, Transport aérien&#10;&#10;Le contenu généré par l’IA peut être incorrect.">
            <a:extLst>
              <a:ext uri="{FF2B5EF4-FFF2-40B4-BE49-F238E27FC236}">
                <a16:creationId xmlns:a16="http://schemas.microsoft.com/office/drawing/2014/main" id="{CBE801DB-3F17-8025-D885-8F535AE89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311" y="1117444"/>
            <a:ext cx="1257300" cy="1727200"/>
          </a:xfrm>
          <a:prstGeom prst="rect">
            <a:avLst/>
          </a:prstGeom>
        </p:spPr>
      </p:pic>
      <p:pic>
        <p:nvPicPr>
          <p:cNvPr id="28" name="Image 27" descr="Une image contenant transport, avion, capture d’écran, Transport aérien&#10;&#10;Le contenu généré par l’IA peut être incorrect.">
            <a:extLst>
              <a:ext uri="{FF2B5EF4-FFF2-40B4-BE49-F238E27FC236}">
                <a16:creationId xmlns:a16="http://schemas.microsoft.com/office/drawing/2014/main" id="{610EA2C7-AC1A-768C-B37D-65D5FE90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883" y="1135979"/>
            <a:ext cx="1244600" cy="1676400"/>
          </a:xfrm>
          <a:prstGeom prst="rect">
            <a:avLst/>
          </a:prstGeom>
        </p:spPr>
      </p:pic>
      <p:pic>
        <p:nvPicPr>
          <p:cNvPr id="31" name="Image 30" descr="Une image contenant texte, transport, hélicoptè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94D55D8-4CFF-D94B-BC3D-9C163B599B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502"/>
          <a:stretch>
            <a:fillRect/>
          </a:stretch>
        </p:blipFill>
        <p:spPr>
          <a:xfrm>
            <a:off x="3710755" y="1135979"/>
            <a:ext cx="741975" cy="1600200"/>
          </a:xfrm>
          <a:prstGeom prst="rect">
            <a:avLst/>
          </a:prstGeom>
        </p:spPr>
      </p:pic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08430A28-86FB-BBD6-4DC0-0876365DC62B}"/>
              </a:ext>
            </a:extLst>
          </p:cNvPr>
          <p:cNvSpPr/>
          <p:nvPr/>
        </p:nvSpPr>
        <p:spPr>
          <a:xfrm>
            <a:off x="1536971" y="753038"/>
            <a:ext cx="2443211" cy="235625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438D776F-091B-26B4-F9D6-0412ECB0EF23}"/>
              </a:ext>
            </a:extLst>
          </p:cNvPr>
          <p:cNvSpPr/>
          <p:nvPr/>
        </p:nvSpPr>
        <p:spPr>
          <a:xfrm>
            <a:off x="1140005" y="2951523"/>
            <a:ext cx="3237144" cy="745435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Actualité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F0CFB0D4-C9B9-F24D-1AA9-3B6351C315CF}"/>
              </a:ext>
            </a:extLst>
          </p:cNvPr>
          <p:cNvSpPr/>
          <p:nvPr/>
        </p:nvSpPr>
        <p:spPr>
          <a:xfrm>
            <a:off x="1140005" y="3806736"/>
            <a:ext cx="3237144" cy="745435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Calendrier</a:t>
            </a:r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2E709F87-5A92-FBB8-F0A7-27308ACEB307}"/>
              </a:ext>
            </a:extLst>
          </p:cNvPr>
          <p:cNvSpPr/>
          <p:nvPr/>
        </p:nvSpPr>
        <p:spPr>
          <a:xfrm>
            <a:off x="1140005" y="4661949"/>
            <a:ext cx="3237144" cy="745435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Supports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8324F354-2B78-096E-D388-579856729D7E}"/>
              </a:ext>
            </a:extLst>
          </p:cNvPr>
          <p:cNvSpPr/>
          <p:nvPr/>
        </p:nvSpPr>
        <p:spPr>
          <a:xfrm>
            <a:off x="1140005" y="5517162"/>
            <a:ext cx="3237144" cy="745435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Résultats</a:t>
            </a:r>
          </a:p>
        </p:txBody>
      </p:sp>
    </p:spTree>
    <p:extLst>
      <p:ext uri="{BB962C8B-B14F-4D97-AF65-F5344CB8AC3E}">
        <p14:creationId xmlns:p14="http://schemas.microsoft.com/office/powerpoint/2010/main" val="30960651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111</Words>
  <Application>Microsoft Macintosh PowerPoint</Application>
  <PresentationFormat>Grand écran</PresentationFormat>
  <Paragraphs>50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Baloo Bhaijaan</vt:lpstr>
      <vt:lpstr>Phosphate Solid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azzouni</dc:creator>
  <cp:lastModifiedBy>mohamed azzouni</cp:lastModifiedBy>
  <cp:revision>3</cp:revision>
  <dcterms:created xsi:type="dcterms:W3CDTF">2026-03-25T07:54:55Z</dcterms:created>
  <dcterms:modified xsi:type="dcterms:W3CDTF">2026-03-28T20:46:17Z</dcterms:modified>
</cp:coreProperties>
</file>